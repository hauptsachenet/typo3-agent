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32716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6191250" cy="4381500"/>
          <a:chOff x="476250" y="476250"/>
          <a:chExt cx="6191250" cy="4381500"/>
        </a:xfrm>
      </p:grpSpPr>
      <p:sp>
        <p:nvSpPr>
          <p:cNvPr id="2" name=""/>
          <p:cNvSpPr txBox="1"/>
          <p:nvPr/>
        </p:nvSpPr>
        <p:spPr>
          <a:xfrm>
            <a:off x="476250" y="476250"/>
            <a:ext cx="5715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Agend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76250" y="1524000"/>
            <a:ext cx="57150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Begrüßung und Überblick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6191250" cy="4381500"/>
          <a:chOff x="476250" y="476250"/>
          <a:chExt cx="6191250" cy="4381500"/>
        </a:xfrm>
      </p:grpSpPr>
      <p:sp>
        <p:nvSpPr>
          <p:cNvPr id="2" name=""/>
          <p:cNvSpPr txBox="1"/>
          <p:nvPr/>
        </p:nvSpPr>
        <p:spPr>
          <a:xfrm>
            <a:off x="476250" y="476250"/>
            <a:ext cx="5715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rktübersich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76250" y="1524000"/>
            <a:ext cx="57150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er Markt wächst stetig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6191250" cy="4381500"/>
          <a:chOff x="476250" y="476250"/>
          <a:chExt cx="6191250" cy="4381500"/>
        </a:xfrm>
      </p:grpSpPr>
      <p:sp>
        <p:nvSpPr>
          <p:cNvPr id="2" name=""/>
          <p:cNvSpPr txBox="1"/>
          <p:nvPr/>
        </p:nvSpPr>
        <p:spPr>
          <a:xfrm>
            <a:off x="476250" y="476250"/>
            <a:ext cx="5715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Fazi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76250" y="1524000"/>
            <a:ext cx="57150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Alle Ziele wurden erreicht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8">
  <a:themeElements>
    <a:clrScheme name="Theme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2026-07-29T07:41:27Z</dcterms:created>
  <dcterms:modified xsi:type="dcterms:W3CDTF">2026-07-29T07:41:27Z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